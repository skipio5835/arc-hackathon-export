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7f0eb5a5664617" /><Relationship Type="http://schemas.openxmlformats.org/officeDocument/2006/relationships/extended-properties" Target="/docProps/app.xml" Id="R2609dd08c87841d8" /><Relationship Type="http://schemas.openxmlformats.org/officeDocument/2006/relationships/officeDocument" Target="/ppt/presentation.xml" Id="Rcbdbd969a6054c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7156ed5f9a4810"/>
  </p:sldMasterIdLst>
  <p:notesMasterIdLst>
    <p:notesMasterId xmlns:r="http://schemas.openxmlformats.org/officeDocument/2006/relationships" r:id="R0c02b6ba15464356"/>
  </p:notesMasterIdLst>
  <p:sldIdLst>
    <p:sldId xmlns:r="http://schemas.openxmlformats.org/officeDocument/2006/relationships" id="256" r:id="R0cd482c84aa84be5"/>
    <p:sldId xmlns:r="http://schemas.openxmlformats.org/officeDocument/2006/relationships" id="257" r:id="Rf75356160fa34226"/>
    <p:sldId xmlns:r="http://schemas.openxmlformats.org/officeDocument/2006/relationships" id="258" r:id="Rbd5e751c3f8f42e8"/>
    <p:sldId xmlns:r="http://schemas.openxmlformats.org/officeDocument/2006/relationships" id="259" r:id="R677738234dc44086"/>
    <p:sldId xmlns:r="http://schemas.openxmlformats.org/officeDocument/2006/relationships" id="260" r:id="Rac4b28e546ac475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beef32d9794bcc" /><Relationship Type="http://schemas.openxmlformats.org/officeDocument/2006/relationships/slideMaster" Target="/ppt/slideMasters/slideMaster1.xml" Id="R937156ed5f9a4810" /><Relationship Type="http://schemas.openxmlformats.org/officeDocument/2006/relationships/notesMaster" Target="/ppt/notesMasters/notesMaster1.xml" Id="R0c02b6ba15464356" /><Relationship Type="http://schemas.openxmlformats.org/officeDocument/2006/relationships/presProps" Target="/ppt/presProps.xml" Id="R4eada51a3de642d5" /><Relationship Type="http://schemas.openxmlformats.org/officeDocument/2006/relationships/tableStyles" Target="/ppt/tableStyles.xml" Id="R8416bf6824dc40e1" /><Relationship Type="http://schemas.openxmlformats.org/officeDocument/2006/relationships/slide" Target="/ppt/slides/slide1.xml" Id="R0cd482c84aa84be5" /><Relationship Type="http://schemas.openxmlformats.org/officeDocument/2006/relationships/slide" Target="/ppt/slides/slide2.xml" Id="Rf75356160fa34226" /><Relationship Type="http://schemas.openxmlformats.org/officeDocument/2006/relationships/slide" Target="/ppt/slides/slide3.xml" Id="Rbd5e751c3f8f42e8" /><Relationship Type="http://schemas.openxmlformats.org/officeDocument/2006/relationships/slide" Target="/ppt/slides/slide4.xml" Id="R677738234dc44086" /><Relationship Type="http://schemas.openxmlformats.org/officeDocument/2006/relationships/slide" Target="/ppt/slides/slide5.xml" Id="Rac4b28e546ac47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26d9efe2b3443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d8a07fed6847f7" /><Relationship Type="http://schemas.openxmlformats.org/officeDocument/2006/relationships/notesMaster" Target="/ppt/notesMasters/notesMaster1.xml" Id="R32df93b0b1ba41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0ba02397b447fa" /><Relationship Type="http://schemas.openxmlformats.org/officeDocument/2006/relationships/notesMaster" Target="/ppt/notesMasters/notesMaster1.xml" Id="R941e43c7c76f4a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b8bfda51f44f4d" /><Relationship Type="http://schemas.openxmlformats.org/officeDocument/2006/relationships/notesMaster" Target="/ppt/notesMasters/notesMaster1.xml" Id="Rf7e4860f844847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2512b5d5494c1d" /><Relationship Type="http://schemas.openxmlformats.org/officeDocument/2006/relationships/notesMaster" Target="/ppt/notesMasters/notesMaster1.xml" Id="R3606fbdf8d0648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9126346e654b66" /><Relationship Type="http://schemas.openxmlformats.org/officeDocument/2006/relationships/notesMaster" Target="/ppt/notesMasters/notesMaster1.xml" Id="Rb02734b0ce454b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repository: C:/Users/Nexus/Documents/arc-hackathon-export</a:t>
            </a:r>
          </a:p>
          <a:p xmlns:a="http://schemas.openxmlformats.org/drawingml/2006/main">
            <a:r>
              <a:t>Primary files: README.md, circle/arc/WEEKLY_CYCLE.md, circle/arc/contracts, circle/arc/src, circle/arc/scripts</a:t>
            </a:r>
          </a:p>
          <a:p xmlns:a="http://schemas.openxmlformats.org/drawingml/2006/main">
            <a:r>
              <a:t>Slide: Arc Hackathon Export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repository: C:/Users/Nexus/Documents/arc-hackathon-export</a:t>
            </a:r>
          </a:p>
          <a:p xmlns:a="http://schemas.openxmlformats.org/drawingml/2006/main">
            <a:r>
              <a:t>Primary files: README.md, circle/arc/WEEKLY_CYCLE.md, circle/arc/contracts, circle/arc/src, circle/arc/scripts</a:t>
            </a:r>
          </a:p>
          <a:p xmlns:a="http://schemas.openxmlformats.org/drawingml/2006/main">
            <a:r>
              <a:t>Slide: A verifiable Arc workflow demo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repository: C:/Users/Nexus/Documents/arc-hackathon-export</a:t>
            </a:r>
          </a:p>
          <a:p xmlns:a="http://schemas.openxmlformats.org/drawingml/2006/main">
            <a:r>
              <a:t>Primary files: README.md, circle/arc/WEEKLY_CYCLE.md, circle/arc/contracts, circle/arc/src, circle/arc/scripts</a:t>
            </a:r>
          </a:p>
          <a:p xmlns:a="http://schemas.openxmlformats.org/drawingml/2006/main">
            <a:r>
              <a:t>Slide: The repo covers end-to-end Arc activity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repository: C:/Users/Nexus/Documents/arc-hackathon-export</a:t>
            </a:r>
          </a:p>
          <a:p xmlns:a="http://schemas.openxmlformats.org/drawingml/2006/main">
            <a:r>
              <a:t>Primary files: README.md, circle/arc/WEEKLY_CYCLE.md, circle/arc/contracts, circle/arc/src, circle/arc/scripts</a:t>
            </a:r>
          </a:p>
          <a:p xmlns:a="http://schemas.openxmlformats.org/drawingml/2006/main">
            <a:r>
              <a:t>Slide: Evidence is visible on ArcScan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repository: C:/Users/Nexus/Documents/arc-hackathon-export</a:t>
            </a:r>
          </a:p>
          <a:p xmlns:a="http://schemas.openxmlformats.org/drawingml/2006/main">
            <a:r>
              <a:t>Primary files: README.md, circle/arc/WEEKLY_CYCLE.md, circle/arc/contracts, circle/arc/src, circle/arc/scripts</a:t>
            </a:r>
          </a:p>
          <a:p xmlns:a="http://schemas.openxmlformats.org/drawingml/2006/main">
            <a:r>
              <a:t>Slide: The submission is clean and reproducible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b65b0ed5ef4e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2f71d9e58c41b4" /><Relationship Type="http://schemas.openxmlformats.org/officeDocument/2006/relationships/slideLayout" Target="/ppt/slideLayouts/slideLayout1.xml" Id="R0b2a18ab2d6043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2a18ab2d6043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6e62061ea46bb" /><Relationship Type="http://schemas.openxmlformats.org/officeDocument/2006/relationships/notesSlide" Target="/ppt/notesSlides/notesSlide1.xml" Id="Rd72a8b9a446c45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3276fec844c77" /><Relationship Type="http://schemas.openxmlformats.org/officeDocument/2006/relationships/notesSlide" Target="/ppt/notesSlides/notesSlide2.xml" Id="R512ef97bcd7a4b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01826baae541dc" /><Relationship Type="http://schemas.openxmlformats.org/officeDocument/2006/relationships/notesSlide" Target="/ppt/notesSlides/notesSlide3.xml" Id="R8cecfed6f2a54e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307cb33e044ec1" /><Relationship Type="http://schemas.openxmlformats.org/officeDocument/2006/relationships/notesSlide" Target="/ppt/notesSlides/notesSlide4.xml" Id="R8d82bd7a2e0d46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8a33c03a04be9" /><Relationship Type="http://schemas.openxmlformats.org/officeDocument/2006/relationships/notesSlide" Target="/ppt/notesSlides/notesSlide5.xml" Id="R615a5ffb644846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F39CE-313A-4E29-B95E-DADFE461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132D9D-C49F-4C9E-A61C-B18A98AB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</a:defRPr>
            </a:pPr>
            <a:r>
              <a:rPr sz="4350" b="1">
                <a:solidFill>
                  <a:srgbClr val="0F172A"/>
                </a:solidFill>
              </a:rPr>
              <a:t>Arc Hackathon Export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61CCC9-D3E9-4C34-9EAB-20F0538A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</a:defRPr>
            </a:pPr>
            <a:r>
              <a:rPr sz="1950" b="0">
                <a:solidFill>
                  <a:srgbClr val="334155"/>
                </a:solidFill>
              </a:rPr>
              <a:t>Circle Arc Testnet workflows with reviewable on-chain execution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36B467-0D1F-4F6C-9DBA-1C49716E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75569"/>
                </a:solidFill>
              </a:defRPr>
            </a:pPr>
            <a:r>
              <a:rPr sz="1800" b="0">
                <a:solidFill>
                  <a:srgbClr val="475569"/>
                </a:solidFill>
              </a:rPr>
              <a:t>A compact workspace for App Kit, CCTP, token activity, and custom Arc contract flows.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1FF8F1-0C66-46D8-9D07-DD1096AA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8165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6534"/>
                </a:solidFill>
              </a:defRPr>
            </a:pPr>
            <a:r>
              <a:rPr sz="1500" b="1">
                <a:solidFill>
                  <a:srgbClr val="166534"/>
                </a:solidFill>
              </a:rPr>
              <a:t>GitHub: skipio5835/arc-hackathon-export</a:t>
            </a:r>
          </a:p>
        </p:txBody>
      </p:sp>
    </p:spTree>
    <p:extLst>
      <p:ext uri="{BB962C8B-B14F-4D97-AF65-F5344CB8AC3E}">
        <p14:creationId xmlns:p14="http://schemas.microsoft.com/office/powerpoint/2010/main" val="9954202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645BF1-AC4D-4F3B-8026-4D50AF33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AF71BF-1CB2-4DB4-929B-89B934D1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A verifiable Arc workflow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C2BFD7-20EB-4202-ADD7-678A87EE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</a:defRPr>
            </a:pPr>
            <a:r>
              <a:rPr sz="1800" b="0">
                <a:solidFill>
                  <a:srgbClr val="334155"/>
                </a:solidFill>
              </a:rPr>
              <a:t>The project demonstrates user-signed contract actions and lifecycle states on Arc Testnet.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E6E9B-7CBE-4F88-BB90-68BBC74B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Wallet actions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8CF0B-73F0-42AF-B4CB-922DA5B1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1465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MetaMask signs browser-based contract calls from the user's wallet.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31A68-F645-4945-AF78-08FE933F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06272B-FA61-4BDE-8DDB-478F0660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Product flows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B55C87-F437-40E6-96D8-CD6964A6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Contracts model invoices, escrow, marketplace orders, auctions, support, and access roles.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C23173-51BB-4781-BB45-D69DD2E6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4BBE5A-86E1-427E-8EB9-33F09D79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Reviewer-ready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8C4F14-48BA-4B73-9A6D-49DEE258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5295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Local UIs and scripts let judges inspect or reproduce the same flows.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3BCE76-EBC8-46D5-BE36-0F785405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D6A371-D631-422F-9C64-2074AEE6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Arc Hackathon Export  /  2 /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B22EA8-485D-46A7-98F5-4B695429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63055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github.com/skipio5835/arc-hackathon-export</a:t>
            </a:r>
          </a:p>
        </p:txBody>
      </p:sp>
    </p:spTree>
    <p:extLst>
      <p:ext uri="{BB962C8B-B14F-4D97-AF65-F5344CB8AC3E}">
        <p14:creationId xmlns:p14="http://schemas.microsoft.com/office/powerpoint/2010/main" val="9770550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D4F419-4522-4A14-A406-6309491D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DD10EF-9470-453B-941E-2F8C4C0D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The repo covers end-to-end Arc activity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E71C7-1245-4526-A9B2-08474C98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</a:defRPr>
            </a:pPr>
            <a:r>
              <a:rPr sz="1800" b="0">
                <a:solidFill>
                  <a:srgbClr val="334155"/>
                </a:solidFill>
              </a:rPr>
              <a:t>One local workspace ties together Circle SDK flows, contracts, and browser UIs.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D288B-A1BD-4549-A36D-86312267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Circle flows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7C54D-F914-4710-A4E8-C6229CD6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1465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App Kit Send, Swap, Bridge, Unified Balance, and raw CCTP helpers.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688EAA-A637-4D25-8AA4-CBB7854D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EB9297-F437-45CE-9D4C-9DDAECC1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Arc contracts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D806B4-C99B-48BB-AF18-D8380461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Invoice, escrow, marketplace, auction, support, access, rewards, coupons, and more.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7ED71-6C62-4719-A136-5991A67E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635822-4438-4818-A4A1-FB54F30E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Local demo UI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54361F-8FD4-4978-A51E-9AC243A9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5295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HTML pages and prebuilt bundles are included for quick Google Chrome + MetaMask demos.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D8C076-D16B-4CFB-94AA-39E2C9B4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108F1A-9C5C-47D5-A12D-9ECB4C18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Arc Hackathon Export  /  3 /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A950FE-B72D-47E0-98E8-AA3311F1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63055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github.com/skipio5835/arc-hackathon-export</a:t>
            </a:r>
          </a:p>
        </p:txBody>
      </p:sp>
    </p:spTree>
    <p:extLst>
      <p:ext uri="{BB962C8B-B14F-4D97-AF65-F5344CB8AC3E}">
        <p14:creationId xmlns:p14="http://schemas.microsoft.com/office/powerpoint/2010/main" val="15604883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A97D7A-905B-4D0D-9D37-151AE63D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635FC-D545-43FE-BA51-A1A98FB2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Evidence is visible on ArcScan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CBAA2-04D9-48F5-AA56-92153079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</a:defRPr>
            </a:pPr>
            <a:r>
              <a:rPr sz="1800" b="0">
                <a:solidFill>
                  <a:srgbClr val="334155"/>
                </a:solidFill>
              </a:rPr>
              <a:t>Selected transactions show deployed contract usage and final state changes.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5B4EDD-C264-44FD-9496-443A9389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Support desk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D2F84E-411F-4096-8747-ECB51DB3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1465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A ticket was created, responded to, and closed; final state is closed.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937DB-27D2-41C1-BF94-EB853EB5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DF1B1-61C5-4D54-B6B2-10284929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Auction cancel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ACF61E-7751-45AB-8E73-562E45DC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An auction was created, bid on, and canceled; final state is canceled.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588BA5-D80B-4E8D-B953-BF4777AE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763BB2-2F06-49F0-94EB-E312924A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Explorer trail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7F1B49-72C6-4F3D-B636-5E358C79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5295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Transaction hashes and contract states can be opened directly on ArcScan.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155CF4-6A29-4784-A244-67BFEAA5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869A42-30C1-4834-9AAC-EFF666AD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Arc Hackathon Export  /  4 /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4FBE8C-E74C-4766-B2B5-3C3ADF91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63055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github.com/skipio5835/arc-hackathon-export</a:t>
            </a:r>
          </a:p>
        </p:txBody>
      </p:sp>
    </p:spTree>
    <p:extLst>
      <p:ext uri="{BB962C8B-B14F-4D97-AF65-F5344CB8AC3E}">
        <p14:creationId xmlns:p14="http://schemas.microsoft.com/office/powerpoint/2010/main" val="17963082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9224E8-2324-4D72-BAB7-BCB057BD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56C37-6538-4880-9C01-8D9CB9FC7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The submission is clean and reproducible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446988-C586-4D9E-AC0D-B4A5CCAA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</a:defRPr>
            </a:pPr>
            <a:r>
              <a:rPr sz="1800" b="0">
                <a:solidFill>
                  <a:srgbClr val="334155"/>
                </a:solidFill>
              </a:rPr>
              <a:t>The export repo contains only the Arc workspace needed for review and reproduction.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1CC94-3E5E-4ADC-BA58-C404F886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No secrets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438AB2-8E67-4793-9950-1EFC21DD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1465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Local .env files, logs, caches, and private keys are excluded.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DE631D-725D-490F-BAC5-B6D20B1F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BE591B-DF50-4106-9197-A4FCA6C6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Simple setup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2FB23-14DC-45DA-AAA1-60288F90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Run npm install, prepare the cycle, then start the local deployer.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9539D8-2639-4B54-BA9D-DB1EE2AA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3DCC3-382D-4CAD-B78C-C719CF4D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534"/>
                </a:solidFill>
              </a:defRPr>
            </a:pPr>
            <a:r>
              <a:rPr sz="1800" b="1">
                <a:solidFill>
                  <a:srgbClr val="166534"/>
                </a:solidFill>
              </a:rPr>
              <a:t>Next step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835D72-2F34-4D35-B5E3-414A10C8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5295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Tighten security and turn the strongest non-custodial flows into a focused product demo.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359678-5FDA-404F-BBF5-BA88AE3A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A25A3-A312-46A9-9F63-3C6AF14A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Arc Hackathon Export  /  5 /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42A8D-B4FE-46E3-AD64-127108A2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63055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github.com/skipio5835/arc-hackathon-export</a:t>
            </a:r>
          </a:p>
        </p:txBody>
      </p:sp>
    </p:spTree>
    <p:extLst>
      <p:ext uri="{BB962C8B-B14F-4D97-AF65-F5344CB8AC3E}">
        <p14:creationId xmlns:p14="http://schemas.microsoft.com/office/powerpoint/2010/main" val="17329220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2026-07-27T03:41:53.8830000Z</dcterms:created>
  <dcterms:modified xsi:type="dcterms:W3CDTF">2026-07-27T03:41:53.8830000Z</dcterms:modified>
</coreProperties>
</file>